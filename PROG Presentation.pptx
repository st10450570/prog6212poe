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embeddedFontLst>
    <p:embeddedFont>
      <p:font typeface="DM Sans" pitchFamily="2" charset="0"/>
      <p:regular r:id="rId25"/>
      <p:bold r:id="rId26"/>
      <p:italic r:id="rId27"/>
      <p:boldItalic r:id="rId28"/>
    </p:embeddedFont>
    <p:embeddedFont>
      <p:font typeface="Merriweather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0535" y="2305050"/>
            <a:ext cx="7430928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Walkthrough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34506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529012" y="3859410"/>
            <a:ext cx="51339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Contract Monthly Claim System Overview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8350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66750" y="2798861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Secure Authentication: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Authenticates users securely to ensure authorized access only.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6750" y="3659683"/>
            <a:ext cx="51911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Role-Based Redirect: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Automatically opens the corresponding dashboard based on the user's role (HR, Lecturer, etc.).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4855666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Feature Access: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Loads all features necessary for the specific user role upon login.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Login Interface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81791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67873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87471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D21D29-7056-292C-885D-215CCE98FB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405" y="2680668"/>
            <a:ext cx="4790313" cy="2962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5" y="2032254"/>
            <a:ext cx="5953125" cy="429234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66750" y="296644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Key Metrics: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View total users, total lecturers, and claims submitted vs. approved.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6750" y="382726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User Operations: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Actions to add or create new users and manage existing accounts.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6750" y="468808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Reporting: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Access performance reports and view all claims directly from the dashboard.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HR Dashboard Overview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985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8463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071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80E27D-303B-8794-5062-BB8DF9210F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848" y="2614776"/>
            <a:ext cx="5731902" cy="3092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5" y="1792224"/>
            <a:ext cx="5953125" cy="453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666750" y="313402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User Details: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HR inserts details such as name, email, role, and department.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6750" y="3994844"/>
            <a:ext cx="5191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Security: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Sets up the initial password for user login.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66750" y="452050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Rate Configuration: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Allows setting the specific hourly rate for lecturers during creation.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Create User Functionality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15307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01389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53955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8C0550-A7B5-A8C0-E353-EA6FCF6B74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075" y="2451578"/>
            <a:ext cx="5734850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3125" y="1901952"/>
            <a:ext cx="6025515" cy="442264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66750" y="2798861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Overview: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Displays a comprehensive list of all registered users.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66750" y="3659683"/>
            <a:ext cx="51911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Administration: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Provides options to edit user details or temporarily deactivate accounts to prevent login.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6750" y="4855666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Deletion: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Allows permanent deletion of user records if necessary.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User Management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81791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67873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87471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A37712-2587-C04B-88EC-79E6001519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150" y="2798861"/>
            <a:ext cx="5734850" cy="3077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4075" y="2038350"/>
            <a:ext cx="599884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666750" y="296644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 Modification: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Interface for updating existing user information.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66750" y="382726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Flexibility: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Allows HR to correct errors or update roles and departments as needed.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66750" y="468808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Maintenance: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Ensures user records remain accurate and up-to-date.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Edit User Details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985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8463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071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11E08D-E9FF-5C70-7BE4-49B2182C7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619158"/>
            <a:ext cx="5734850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4075" y="2038350"/>
            <a:ext cx="61349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1962" y="4081462"/>
            <a:ext cx="19812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666750" y="296644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Claim Analysis: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Shows all lecturers who have made claims and their details.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66750" y="382726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Export Options: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Reports can be exported as both CSV and PDF files for external analysis.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66750" y="468808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Individual Reports: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HR can also generate and export individual lecturer reports.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Lecturer Performance Report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2985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38463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47071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8E8A50-8199-08E3-D0EC-C9CDCCEE10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4100" y="2619158"/>
            <a:ext cx="5734850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5" y="2284215"/>
            <a:ext cx="6065901" cy="364909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66750" y="296644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Personalized View: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Displays the specific lecturer's claim history.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66750" y="382726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Status Tracking: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Allows lecturers to see the status of their submitted claims at a glance.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66750" y="468808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Quick Access: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Provides direct navigation to submit new claims.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Lecturer Dashboard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985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8463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071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D01431-E9EF-96B0-61CA-F940EF591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400" y="2647737"/>
            <a:ext cx="5734850" cy="30293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2340864"/>
            <a:ext cx="5946649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666750" y="2536031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Rate Control: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Hourly rate is pre-set by HR and cannot be modified by the lecturer.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66750" y="3396853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Constraints: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Hours worked are limited to a maximum of 180 hours.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66750" y="425767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Automation: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Includes auto-calculation of total claim amount based on hours and rate.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66750" y="5118496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Documentation: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Supporting document upload is optional but available.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Submit Claim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55508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41590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2767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513754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7C7672-1109-F25A-0560-5D54DCB48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3" y="2555081"/>
            <a:ext cx="5734850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5" y="2343148"/>
            <a:ext cx="6157341" cy="317068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666750" y="296644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Workflow Management: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Displays all claims submitted by lecturers pending verification.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66750" y="382726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Actionable Items: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Options to view claim details or verify claims to move them to the manager.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66750" y="468808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Review Process: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Capability to return claims for corrections or reject them outright.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Coordinator Dashboard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985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8463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071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46D2B5-D7D2-33C3-8190-08AAF7ED33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120" y="2417349"/>
            <a:ext cx="5734850" cy="3077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5" y="2514600"/>
            <a:ext cx="6211100" cy="3499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43900" y="4081462"/>
            <a:ext cx="14573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666750" y="2798861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Comprehensive View: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Shows all details of a specific claim and its current status.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66750" y="3659683"/>
            <a:ext cx="51911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Enhanced Actions: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Action buttons (Verify, Return, Reject) were added to improve functionality based on feedback.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66750" y="4855666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Verification: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Ensures data accuracy before manager approval.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Claim Details (Coordinator)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281791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367873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487471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1EBD38-C909-C471-27CA-88FF83292F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733458"/>
            <a:ext cx="5734850" cy="30960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4075" y="2017966"/>
            <a:ext cx="6053709" cy="394601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666750" y="296644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Final Approval: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Showcases all claims verified by the coordinator awaiting final approval.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66750" y="382726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Oversight: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Managers can view claim details to ensure compliance.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666750" y="468808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Decisions: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Provides controls to Approve or Reject the verified claims.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Manager Dashboard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985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8463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071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2A3A2C-1ACE-BBC7-7B6B-854E58637D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100" y="2376272"/>
            <a:ext cx="5734850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58053" y="2084070"/>
            <a:ext cx="6174867" cy="35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66750" y="296644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Status Update: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Displays claim details with status changed to "Verified" by Coordinator.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666750" y="382726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Final Action: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Contains the final Approve and Reject buttons.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666750" y="468808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Transparency: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Ensures the manager has all context before making a financial decision.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Claim Details (Manager)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985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8463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071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8E34DD-A9C8-CD07-C869-B3E1E29A25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8061" y="2442946"/>
            <a:ext cx="5734850" cy="30960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762000" y="762000"/>
            <a:ext cx="5350668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Backend Logic: CreateClaimAsync</a:t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762000" y="2047875"/>
            <a:ext cx="5095875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762000" y="2636936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This backend method ensures strict data integrity during claim creation.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762000" y="3726358"/>
            <a:ext cx="50958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It validates all input, checks against the 180-hour limit, and accurately persists the claim details to the database.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762000" y="5150941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It is the core logic engine for the "Submit Claim" feature.</a:t>
            </a:r>
            <a:endParaRPr/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10693B2-DDD4-9F31-9A66-6428C9949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35465"/>
            <a:ext cx="5734850" cy="26197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923669"/>
            <a:ext cx="5572125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885950"/>
            <a:ext cx="5572125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85975"/>
            <a:ext cx="51720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2085975"/>
            <a:ext cx="51720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581025" y="5133975"/>
            <a:ext cx="51720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File Upload Logic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Handles optional supporting document uploads during claim creation.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6438900" y="5133975"/>
            <a:ext cx="5172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SetCurrentUser Method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Stores the logged-in user's ID in the session to maintain state.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Utilities: Documents &amp; Session</a:t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CE90B2E-2638-4E27-78C6-3E637B5EC6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2873064"/>
            <a:ext cx="5372100" cy="819264"/>
          </a:xfrm>
          <a:prstGeom prst="rect">
            <a:avLst/>
          </a:prstGeom>
        </p:spPr>
      </p:pic>
      <p:pic>
        <p:nvPicPr>
          <p:cNvPr id="14" name="Picture 1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484DFA97-1E67-63A6-B746-7B706536DD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351" y="2108835"/>
            <a:ext cx="4182173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95545" y="2068828"/>
            <a:ext cx="6315456" cy="425577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 txBox="1"/>
          <p:nvPr/>
        </p:nvSpPr>
        <p:spPr>
          <a:xfrm>
            <a:off x="666750" y="296644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Authentication: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Verifies if the user is currently registered in the system.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666750" y="382726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Access Control: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Ensures that users are logged in before they can access restricted areas.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666750" y="468808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Gatekeeper: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Acts as the primary method for protecting route access.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Security: CheckAuthorization</a:t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985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8463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071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9B20609-C59D-5676-A444-430B3FDE7F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0400" y="2586244"/>
            <a:ext cx="5734850" cy="27721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5" y="2584058"/>
            <a:ext cx="6171400" cy="374054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666750" y="2966442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Entity Framework: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The primary class for communicating with the database.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666750" y="3827264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 Retrieval: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Manages fetching, updating, and saving data across the application.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666750" y="4688085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Synchronization: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Ensures that the application state corresponds perfectly with the database records.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Data Access: ApplicationDbContext</a:t>
            </a:r>
            <a:endParaRPr/>
          </a:p>
        </p:txBody>
      </p:sp>
      <p:sp>
        <p:nvSpPr>
          <p:cNvPr id="322" name="Google Shape;322;p29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985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8463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071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DF77B54-415C-804D-D781-601026338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150" y="2876667"/>
            <a:ext cx="5734850" cy="27435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0137" y="2272280"/>
            <a:ext cx="6150864" cy="405231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 txBox="1"/>
          <p:nvPr/>
        </p:nvSpPr>
        <p:spPr>
          <a:xfrm>
            <a:off x="666750" y="2789336"/>
            <a:ext cx="5191125" cy="1024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HR Controller Methods: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GeneratePerformanceReportCSV and GeneratePerformanceReportPDF.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666750" y="4004369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 Processing: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Retrieves performance data and formats it for export.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666750" y="4865191"/>
            <a:ext cx="5191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Downloadable Output: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Generates files that can be downloaded directly by the HR user.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Reporting Logic</a:t>
            </a:r>
            <a:endParaRPr/>
          </a:p>
        </p:txBody>
      </p:sp>
      <p:sp>
        <p:nvSpPr>
          <p:cNvPr id="337" name="Google Shape;337;p30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80838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02341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88424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7FD8EF7-F2AC-AFBB-28A6-D84ADB86C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144" y="2902831"/>
            <a:ext cx="5734850" cy="27912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885950"/>
            <a:ext cx="3619500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1885950"/>
            <a:ext cx="3619500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885950"/>
            <a:ext cx="3852106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085975"/>
            <a:ext cx="32194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86275" y="2085975"/>
            <a:ext cx="32194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/>
        </p:nvSpPr>
        <p:spPr>
          <a:xfrm>
            <a:off x="581025" y="5133975"/>
            <a:ext cx="3219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Claims Table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Stores all claim records and status details.</a:t>
            </a:r>
            <a:endParaRPr/>
          </a:p>
        </p:txBody>
      </p:sp>
      <p:sp>
        <p:nvSpPr>
          <p:cNvPr id="353" name="Google Shape;353;p31"/>
          <p:cNvSpPr txBox="1"/>
          <p:nvPr/>
        </p:nvSpPr>
        <p:spPr>
          <a:xfrm>
            <a:off x="4486275" y="5133975"/>
            <a:ext cx="3219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Documents Table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Stores file paths for uploaded documents.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8391525" y="5133975"/>
            <a:ext cx="3219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Users Table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Stores user profiles, roles, and credentials.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Database Tables</a:t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44AFF-82BD-F8F3-8A2C-C82290C1CF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763" y="2506978"/>
            <a:ext cx="3394712" cy="1341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7F4CBF-AD2E-85C3-274C-428E3C5E7B3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2564"/>
          <a:stretch>
            <a:fillRect/>
          </a:stretch>
        </p:blipFill>
        <p:spPr>
          <a:xfrm>
            <a:off x="4286251" y="2908928"/>
            <a:ext cx="3524250" cy="822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DAE616-DC58-D7A9-D4C7-4539F43C458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637"/>
          <a:stretch>
            <a:fillRect/>
          </a:stretch>
        </p:blipFill>
        <p:spPr>
          <a:xfrm>
            <a:off x="8305798" y="3148623"/>
            <a:ext cx="3737808" cy="6994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1EE4730E22BA458C685F7570A4E835" ma:contentTypeVersion="10" ma:contentTypeDescription="Create a new document." ma:contentTypeScope="" ma:versionID="126ac52a9aa882ce96e299f4fcb632f0">
  <xsd:schema xmlns:xsd="http://www.w3.org/2001/XMLSchema" xmlns:xs="http://www.w3.org/2001/XMLSchema" xmlns:p="http://schemas.microsoft.com/office/2006/metadata/properties" xmlns:ns3="2d288820-a1e4-4e78-b200-e583533dbfd1" targetNamespace="http://schemas.microsoft.com/office/2006/metadata/properties" ma:root="true" ma:fieldsID="2c15fa95c77fc5bb626160a16a65199b" ns3:_="">
    <xsd:import namespace="2d288820-a1e4-4e78-b200-e583533dbf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288820-a1e4-4e78-b200-e583533dbf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288820-a1e4-4e78-b200-e583533dbfd1" xsi:nil="true"/>
  </documentManagement>
</p:properties>
</file>

<file path=customXml/itemProps1.xml><?xml version="1.0" encoding="utf-8"?>
<ds:datastoreItem xmlns:ds="http://schemas.openxmlformats.org/officeDocument/2006/customXml" ds:itemID="{6F8CDA39-AAAA-4D97-A19E-07A2999F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288820-a1e4-4e78-b200-e583533dbf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9740BA-5CC2-4240-97F2-AEF7012DC0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BB46DB-6923-410A-9921-2AADA859013F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2d288820-a1e4-4e78-b200-e583533dbfd1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Widescreen</PresentationFormat>
  <Paragraphs>74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Merriweather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Chuma Makhathini</cp:lastModifiedBy>
  <cp:revision>1</cp:revision>
  <dcterms:modified xsi:type="dcterms:W3CDTF">2025-11-21T18:00:22Z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0x010100021EE4730E22BA458C685F7570A4E835</vt:lpwstr>
  </property>
</Properties>
</file>